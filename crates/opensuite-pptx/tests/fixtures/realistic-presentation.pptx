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93d3b99188439c" /><Relationship Type="http://schemas.openxmlformats.org/officeDocument/2006/relationships/extended-properties" Target="/docProps/app.xml" Id="Raabb487fd45a46c5" /><Relationship Type="http://schemas.openxmlformats.org/officeDocument/2006/relationships/officeDocument" Target="/ppt/presentation.xml" Id="R216caeed56b248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aba9628294a1a"/>
  </p:sldMasterIdLst>
  <p:notesMasterIdLst>
    <p:notesMasterId xmlns:r="http://schemas.openxmlformats.org/officeDocument/2006/relationships" r:id="R0467c0a6364b4510"/>
  </p:notesMasterIdLst>
  <p:sldIdLst>
    <p:sldId xmlns:r="http://schemas.openxmlformats.org/officeDocument/2006/relationships" id="256" r:id="R29e026fbc87447bd"/>
    <p:sldId xmlns:r="http://schemas.openxmlformats.org/officeDocument/2006/relationships" id="257" r:id="Rf32fe798ac2c45ab"/>
    <p:sldId xmlns:r="http://schemas.openxmlformats.org/officeDocument/2006/relationships" id="258" r:id="R692790ba104540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1fe6d6ac374ab2" /><Relationship Type="http://schemas.openxmlformats.org/officeDocument/2006/relationships/slideMaster" Target="/ppt/slideMasters/slideMaster1.xml" Id="R6c8aba9628294a1a" /><Relationship Type="http://schemas.openxmlformats.org/officeDocument/2006/relationships/notesMaster" Target="/ppt/notesMasters/notesMaster1.xml" Id="R0467c0a6364b4510" /><Relationship Type="http://schemas.openxmlformats.org/officeDocument/2006/relationships/presProps" Target="/ppt/presProps.xml" Id="Re8d397f154804978" /><Relationship Type="http://schemas.openxmlformats.org/officeDocument/2006/relationships/tableStyles" Target="/ppt/tableStyles.xml" Id="Rfd1ca7f765fb4063" /><Relationship Type="http://schemas.openxmlformats.org/officeDocument/2006/relationships/slide" Target="/ppt/slides/slide1.xml" Id="R29e026fbc87447bd" /><Relationship Type="http://schemas.openxmlformats.org/officeDocument/2006/relationships/slide" Target="/ppt/slides/slide2.xml" Id="Rf32fe798ac2c45ab" /><Relationship Type="http://schemas.openxmlformats.org/officeDocument/2006/relationships/slide" Target="/ppt/slides/slide3.xml" Id="R692790ba104540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db1ad3376f4b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bcbd6111d4d3d" /><Relationship Type="http://schemas.openxmlformats.org/officeDocument/2006/relationships/notesMaster" Target="/ppt/notesMasters/notesMaster1.xml" Id="R79859bcce8bf42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81b72aa249478d" /><Relationship Type="http://schemas.openxmlformats.org/officeDocument/2006/relationships/notesMaster" Target="/ppt/notesMasters/notesMaster1.xml" Id="R97ba34db2a1e4c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0dcb778f7d42d5" /><Relationship Type="http://schemas.openxmlformats.org/officeDocument/2006/relationships/notesMaster" Target="/ppt/notesMasters/notesMaster1.xml" Id="R37daf9fa398c40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c71754e4b4c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96afa922414070" /><Relationship Type="http://schemas.openxmlformats.org/officeDocument/2006/relationships/slideLayout" Target="/ppt/slideLayouts/slideLayout1.xml" Id="R3602bcd9c21a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02bcd9c21a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9ae021f37403f" /><Relationship Type="http://schemas.openxmlformats.org/officeDocument/2006/relationships/image" Target="/ppt/media/image.png" Id="R80f47edde5794491" /><Relationship Type="http://schemas.openxmlformats.org/officeDocument/2006/relationships/chart" Target="/ppt/slides/charts/chart1.xml" Id="R8ec473e57ee640ee" /><Relationship Type="http://schemas.openxmlformats.org/officeDocument/2006/relationships/notesSlide" Target="/ppt/notesSlides/notesSlide1.xml" Id="R92e4ff13ff134c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b825edd0c4adc" /><Relationship Type="http://schemas.openxmlformats.org/officeDocument/2006/relationships/notesSlide" Target="/ppt/notesSlides/notesSlide2.xml" Id="R645aabc4c4f240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79ca3802e4ba1" /><Relationship Type="http://schemas.openxmlformats.org/officeDocument/2006/relationships/notesSlide" Target="/ppt/notesSlides/notesSlide3.xml" Id="R290b86252c4a463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Fixture values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Values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One</c:v>
              </c:pt>
              <c:pt idx="1">
                <c:v>Two</c:v>
              </c:pt>
            </c:strLit>
          </c:cat>
          <c:val>
            <c:numLit>
              <c:formatCode>General</c:formatCode>
              <c:ptCount val="2"/>
              <c:pt idx="0">
                <c:v>2</c:v>
              </c:pt>
              <c:pt idx="1">
                <c:v>4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placeholder">
            <a:extLst xmlns:a="http://schemas.openxmlformats.org/drawingml/2006/main">
              <a:ext uri="{FF2B5EF4-FFF2-40B4-BE49-F238E27FC236}">
                <a16:creationId xmlns:a16="http://schemas.microsoft.com/office/drawing/2014/main" id="{5FC9F1A1-444A-42C6-9C5D-5D471B90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rPr>
              <a:t>OpenSuite PPTX interoperability</a:t>
            </a:r>
          </a:p>
        </p:txBody>
      </p:sp>
      <p:sp>
        <p:nvSpPr>
          <p:cNvPr id="2" name="Body placeholder">
            <a:extLst xmlns:a="http://schemas.openxmlformats.org/drawingml/2006/main">
              <a:ext uri="{FF2B5EF4-FFF2-40B4-BE49-F238E27FC236}">
                <a16:creationId xmlns:a16="http://schemas.microsoft.com/office/drawing/2014/main" id="{19D3D1B6-B69D-4C33-93F2-6C8DCD05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293D"/>
                </a:solidFill>
                <a:latin typeface="Aptos"/>
                <a:ea typeface="Aptos"/>
                <a:cs typeface="Aptos"/>
              </a:rPr>
              <a:t>Baseline </a:t>
            </a:r>
            <a:r>
              <a:rPr sz="1650" i="1">
                <a:solidFill>
                  <a:srgbClr val="1D293D"/>
                </a:solidFill>
                <a:latin typeface="Aptos"/>
                <a:ea typeface="Aptos"/>
                <a:cs typeface="Aptos"/>
              </a:rPr>
              <a:t>&amp; source remains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D293D"/>
                </a:solidFill>
                <a:latin typeface="Aptos"/>
                <a:ea typeface="Aptos"/>
                <a:cs typeface="Aptos"/>
              </a:rPr>
              <a:t>Second paragraph remains unchanged.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47edde5794491"/>
          <a:srcRect xmlns:a="http://schemas.openxmlformats.org/drawingml/2006/main" l="341" t="0" r="3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3714750"/>
            <a:ext cx="2857500" cy="1619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953250" y="1524000"/>
          <a:ext xmlns:a="http://schemas.openxmlformats.org/drawingml/2006/main" cx="40005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c473e57ee640ee"/>
          </a:graphicData>
        </a:graphic>
      </p:graphicFrame>
    </p:spTree>
    <p:extLst>
      <p:ext uri="{BB962C8B-B14F-4D97-AF65-F5344CB8AC3E}">
        <p14:creationId xmlns:p14="http://schemas.microsoft.com/office/powerpoint/2010/main" val="2083003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wo title">
            <a:extLst xmlns:a="http://schemas.openxmlformats.org/drawingml/2006/main">
              <a:ext uri="{FF2B5EF4-FFF2-40B4-BE49-F238E27FC236}">
                <a16:creationId xmlns:a16="http://schemas.microsoft.com/office/drawing/2014/main" id="{0E948984-2610-4015-9D97-E94B9AEB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rPr>
              <a:t>Second slide</a:t>
            </a:r>
          </a:p>
        </p:txBody>
      </p:sp>
      <p:sp>
        <p:nvSpPr>
          <p:cNvPr id="2" name="Slide two text">
            <a:extLst xmlns:a="http://schemas.openxmlformats.org/drawingml/2006/main">
              <a:ext uri="{FF2B5EF4-FFF2-40B4-BE49-F238E27FC236}">
                <a16:creationId xmlns:a16="http://schemas.microsoft.com/office/drawing/2014/main" id="{491FEF60-BA3F-4121-AA2E-7B0C1D05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7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0F172B"/>
                </a:solidFill>
                <a:latin typeface="Aptos"/>
                <a:ea typeface="Aptos"/>
                <a:cs typeface="Aptos"/>
              </a:rPr>
              <a:t>Unrelated text stays on slide two.</a:t>
            </a:r>
          </a:p>
        </p:txBody>
      </p:sp>
    </p:spTree>
    <p:extLst>
      <p:ext uri="{BB962C8B-B14F-4D97-AF65-F5344CB8AC3E}">
        <p14:creationId xmlns:p14="http://schemas.microsoft.com/office/powerpoint/2010/main" val="338326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three title">
            <a:extLst xmlns:a="http://schemas.openxmlformats.org/drawingml/2006/main">
              <a:ext uri="{FF2B5EF4-FFF2-40B4-BE49-F238E27FC236}">
                <a16:creationId xmlns:a16="http://schemas.microsoft.com/office/drawing/2014/main" id="{4BC750CA-B6EB-41BF-9193-AEC7B96D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20618"/>
                </a:solidFill>
                <a:latin typeface="Aptos Display"/>
                <a:ea typeface="Aptos Display"/>
                <a:cs typeface="Aptos Display"/>
              </a:rPr>
              <a:t>Third slide</a:t>
            </a:r>
          </a:p>
        </p:txBody>
      </p:sp>
      <p:sp>
        <p:nvSpPr>
          <p:cNvPr id="2" name="Slide three text">
            <a:extLst xmlns:a="http://schemas.openxmlformats.org/drawingml/2006/main">
              <a:ext uri="{FF2B5EF4-FFF2-40B4-BE49-F238E27FC236}">
                <a16:creationId xmlns:a16="http://schemas.microsoft.com/office/drawing/2014/main" id="{9EF5D991-321E-4C85-A000-406E5E57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72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0F172B"/>
                </a:solidFill>
                <a:latin typeface="Aptos"/>
                <a:ea typeface="Aptos"/>
                <a:cs typeface="Aptos"/>
              </a:rPr>
              <a:t>Inspection order follows presentation order.</a:t>
            </a:r>
          </a:p>
        </p:txBody>
      </p:sp>
    </p:spTree>
    <p:extLst>
      <p:ext uri="{BB962C8B-B14F-4D97-AF65-F5344CB8AC3E}">
        <p14:creationId xmlns:p14="http://schemas.microsoft.com/office/powerpoint/2010/main" val="1909900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2026-09-20T20:00:30.8060000Z</dcterms:created>
  <dcterms:modified xsi:type="dcterms:W3CDTF">2026-09-20T20:00:30.8060000Z</dcterms:modified>
</coreProperties>
</file>