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3e5d6cad1449c9" /><Relationship Type="http://schemas.openxmlformats.org/officeDocument/2006/relationships/extended-properties" Target="/docProps/app.xml" Id="Rbaf2d82d48eb4387" /><Relationship Type="http://schemas.openxmlformats.org/officeDocument/2006/relationships/officeDocument" Target="/ppt/presentation.xml" Id="R154a2019d22f45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9524203d054624"/>
  </p:sldMasterIdLst>
  <p:notesMasterIdLst>
    <p:notesMasterId xmlns:r="http://schemas.openxmlformats.org/officeDocument/2006/relationships" r:id="R5a971240d0a44ef9"/>
  </p:notesMasterIdLst>
  <p:sldIdLst>
    <p:sldId xmlns:r="http://schemas.openxmlformats.org/officeDocument/2006/relationships" id="256" r:id="R75283acdb9df4d74"/>
    <p:sldId xmlns:r="http://schemas.openxmlformats.org/officeDocument/2006/relationships" id="257" r:id="Rf62530cec28b4f4a"/>
    <p:sldId xmlns:r="http://schemas.openxmlformats.org/officeDocument/2006/relationships" id="258" r:id="R670978202e4f432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b4b13490ab4f08" /><Relationship Type="http://schemas.openxmlformats.org/officeDocument/2006/relationships/slideMaster" Target="/ppt/slideMasters/slideMaster1.xml" Id="R5e9524203d054624" /><Relationship Type="http://schemas.openxmlformats.org/officeDocument/2006/relationships/notesMaster" Target="/ppt/notesMasters/notesMaster1.xml" Id="R5a971240d0a44ef9" /><Relationship Type="http://schemas.openxmlformats.org/officeDocument/2006/relationships/presProps" Target="/ppt/presProps.xml" Id="R3d2df9a9cbee4a13" /><Relationship Type="http://schemas.openxmlformats.org/officeDocument/2006/relationships/tableStyles" Target="/ppt/tableStyles.xml" Id="R86b60d02e7db4f68" /><Relationship Type="http://schemas.openxmlformats.org/officeDocument/2006/relationships/slide" Target="/ppt/slides/slide1.xml" Id="R75283acdb9df4d74" /><Relationship Type="http://schemas.openxmlformats.org/officeDocument/2006/relationships/slide" Target="/ppt/slides/slide2.xml" Id="Rf62530cec28b4f4a" /><Relationship Type="http://schemas.openxmlformats.org/officeDocument/2006/relationships/slide" Target="/ppt/slides/slide3.xml" Id="R670978202e4f43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2fd0ea06b34a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92f25f103b4e5f" /><Relationship Type="http://schemas.openxmlformats.org/officeDocument/2006/relationships/notesMaster" Target="/ppt/notesMasters/notesMaster1.xml" Id="R2e6f46bf047d44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4eb56bfd404f86" /><Relationship Type="http://schemas.openxmlformats.org/officeDocument/2006/relationships/notesMaster" Target="/ppt/notesMasters/notesMaster1.xml" Id="R4e49a62b2ee94b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0194dc0ac048c3" /><Relationship Type="http://schemas.openxmlformats.org/officeDocument/2006/relationships/notesMaster" Target="/ppt/notesMasters/notesMaster1.xml" Id="R6e9008f2954f48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f5335651684e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8b4ac02caa54291" /><Relationship Type="http://schemas.openxmlformats.org/officeDocument/2006/relationships/slideLayout" Target="/ppt/slideLayouts/slideLayout1.xml" Id="R6e82f834890d4d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82f834890d4d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c8a5443204838" /><Relationship Type="http://schemas.openxmlformats.org/officeDocument/2006/relationships/chart" Target="/ppt/slides/charts/chart1.xml" Id="R1404b4c5d2ae4ace" /><Relationship Type="http://schemas.openxmlformats.org/officeDocument/2006/relationships/notesSlide" Target="/ppt/notesSlides/notesSlide1.xml" Id="R8dacfd17bfbf481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1fea6ab917419e" /><Relationship Type="http://schemas.openxmlformats.org/officeDocument/2006/relationships/notesSlide" Target="/ppt/notesSlides/notesSlide2.xml" Id="R49fd30b295fa41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92759f9b014bc8" /><Relationship Type="http://schemas.openxmlformats.org/officeDocument/2006/relationships/notesSlide" Target="/ppt/notesSlides/notesSlide3.xml" Id="R12817d07baee4824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Fixture values</a:t>
            </a:r>
          </a:p>
        </c:rich>
      </c:tx>
      <c:overlay val="0"/>
    </c:title>
    <c:plotArea>
      <c:barChart>
        <c:barDir val="col"/>
        <c:varyColors val="0"/>
        <c:ser>
          <c:idx val="0"/>
          <c:order val="0"/>
          <c:tx>
            <c:v>Values</c:v>
          </c:tx>
          <c:spPr>
            <a:solidFill xmlns:a="http://schemas.openxmlformats.org/drawingml/2006/main">
              <a:schemeClr val="accent1"/>
            </a:solidFill>
          </c:spPr>
          <c:cat>
            <c:strLit>
              <c:ptCount val="2"/>
              <c:pt idx="0">
                <c:v>One</c:v>
              </c:pt>
              <c:pt idx="1">
                <c:v>Two</c:v>
              </c:pt>
            </c:strLit>
          </c:cat>
          <c:val>
            <c:numLit>
              <c:formatCode>General</c:formatCode>
              <c:ptCount val="2"/>
              <c:pt idx="0">
                <c:v>2</c:v>
              </c:pt>
              <c:pt idx="1">
                <c:v>4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placeholder">
            <a:extLst xmlns:a="http://schemas.openxmlformats.org/drawingml/2006/main">
              <a:ext uri="{FF2B5EF4-FFF2-40B4-BE49-F238E27FC236}">
                <a16:creationId xmlns:a16="http://schemas.microsoft.com/office/drawing/2014/main" id="{93E4EDB8-D626-480C-B1D0-86BB8DB0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206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20618"/>
                </a:solidFill>
                <a:latin typeface="Aptos Display"/>
                <a:ea typeface="Aptos Display"/>
                <a:cs typeface="Aptos Display"/>
              </a:rPr>
              <a:t>OpenSuite PPTX interoperability</a:t>
            </a:r>
          </a:p>
        </p:txBody>
      </p:sp>
      <p:sp>
        <p:nvSpPr>
          <p:cNvPr id="2" name="Body placeholder">
            <a:extLst xmlns:a="http://schemas.openxmlformats.org/drawingml/2006/main">
              <a:ext uri="{FF2B5EF4-FFF2-40B4-BE49-F238E27FC236}">
                <a16:creationId xmlns:a16="http://schemas.microsoft.com/office/drawing/2014/main" id="{0B4E966E-730F-4AC9-B36D-19622C39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24000"/>
            <a:ext cx="5715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D29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D293D"/>
                </a:solidFill>
                <a:latin typeface="Aptos"/>
                <a:ea typeface="Aptos"/>
                <a:cs typeface="Aptos"/>
              </a:rPr>
              <a:t>Baseline </a:t>
            </a:r>
            <a:r>
              <a:rPr sz="1650" i="1">
                <a:solidFill>
                  <a:srgbClr val="1D293D"/>
                </a:solidFill>
                <a:latin typeface="Aptos"/>
                <a:ea typeface="Aptos"/>
                <a:cs typeface="Aptos"/>
              </a:rPr>
              <a:t>&amp; source remains</a:t>
            </a:r>
          </a:p>
          <a:p xmlns:a="http://schemas.openxmlformats.org/drawingml/2006/main">
            <a:pPr>
              <a:defRPr sz="1650">
                <a:solidFill>
                  <a:srgbClr val="1D293D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1D293D"/>
                </a:solidFill>
                <a:latin typeface="Aptos"/>
                <a:ea typeface="Aptos"/>
                <a:cs typeface="Aptos"/>
              </a:rPr>
              <a:t>Second paragraph remains unchanged.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6953250" y="1524000"/>
          <a:ext xmlns:a="http://schemas.openxmlformats.org/drawingml/2006/main" cx="4000500" cy="2476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404b4c5d2ae4ace"/>
          </a:graphicData>
        </a:graphic>
      </p:graphicFrame>
    </p:spTree>
    <p:extLst>
      <p:ext uri="{BB962C8B-B14F-4D97-AF65-F5344CB8AC3E}">
        <p14:creationId xmlns:p14="http://schemas.microsoft.com/office/powerpoint/2010/main" val="6308321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two title">
            <a:extLst xmlns:a="http://schemas.openxmlformats.org/drawingml/2006/main">
              <a:ext uri="{FF2B5EF4-FFF2-40B4-BE49-F238E27FC236}">
                <a16:creationId xmlns:a16="http://schemas.microsoft.com/office/drawing/2014/main" id="{AABB12F9-701E-4298-A6B5-32F0BE21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206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20618"/>
                </a:solidFill>
                <a:latin typeface="Aptos Display"/>
                <a:ea typeface="Aptos Display"/>
                <a:cs typeface="Aptos Display"/>
              </a:rPr>
              <a:t>Second slide</a:t>
            </a:r>
          </a:p>
        </p:txBody>
      </p:sp>
      <p:sp>
        <p:nvSpPr>
          <p:cNvPr id="2" name="Slide two text">
            <a:extLst xmlns:a="http://schemas.openxmlformats.org/drawingml/2006/main">
              <a:ext uri="{FF2B5EF4-FFF2-40B4-BE49-F238E27FC236}">
                <a16:creationId xmlns:a16="http://schemas.microsoft.com/office/drawing/2014/main" id="{E7306193-C6B6-4E2F-9E20-9F4FB4FA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1925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F172B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0F172B"/>
                </a:solidFill>
                <a:latin typeface="Aptos"/>
                <a:ea typeface="Aptos"/>
                <a:cs typeface="Aptos"/>
              </a:rPr>
              <a:t>Unrelated text stays on slide two.</a:t>
            </a:r>
          </a:p>
        </p:txBody>
      </p:sp>
    </p:spTree>
    <p:extLst>
      <p:ext uri="{BB962C8B-B14F-4D97-AF65-F5344CB8AC3E}">
        <p14:creationId xmlns:p14="http://schemas.microsoft.com/office/powerpoint/2010/main" val="9049660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three title">
            <a:extLst xmlns:a="http://schemas.openxmlformats.org/drawingml/2006/main">
              <a:ext uri="{FF2B5EF4-FFF2-40B4-BE49-F238E27FC236}">
                <a16:creationId xmlns:a16="http://schemas.microsoft.com/office/drawing/2014/main" id="{49F63AB6-A2D9-4419-842E-C5853F76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206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20618"/>
                </a:solidFill>
                <a:latin typeface="Aptos Display"/>
                <a:ea typeface="Aptos Display"/>
                <a:cs typeface="Aptos Display"/>
              </a:rPr>
              <a:t>Third slide</a:t>
            </a:r>
          </a:p>
        </p:txBody>
      </p:sp>
      <p:sp>
        <p:nvSpPr>
          <p:cNvPr id="2" name="Slide three text">
            <a:extLst xmlns:a="http://schemas.openxmlformats.org/drawingml/2006/main">
              <a:ext uri="{FF2B5EF4-FFF2-40B4-BE49-F238E27FC236}">
                <a16:creationId xmlns:a16="http://schemas.microsoft.com/office/drawing/2014/main" id="{2495BCE2-1C5B-465C-A014-9A3DFA61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1925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F172B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0F172B"/>
                </a:solidFill>
                <a:latin typeface="Aptos"/>
                <a:ea typeface="Aptos"/>
                <a:cs typeface="Aptos"/>
              </a:rPr>
              <a:t>Inspection order follows presentation order.</a:t>
            </a:r>
          </a:p>
        </p:txBody>
      </p:sp>
    </p:spTree>
    <p:extLst>
      <p:ext uri="{BB962C8B-B14F-4D97-AF65-F5344CB8AC3E}">
        <p14:creationId xmlns:p14="http://schemas.microsoft.com/office/powerpoint/2010/main" val="12796425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2026-09-17T01:44:45.5390000Z</dcterms:created>
  <dcterms:modified xsi:type="dcterms:W3CDTF">2026-09-17T01:44:45.5390000Z</dcterms:modified>
</coreProperties>
</file>