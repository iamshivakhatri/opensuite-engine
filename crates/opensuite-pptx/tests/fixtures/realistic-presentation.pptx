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9cfdb47dad94876" /><Relationship Type="http://schemas.openxmlformats.org/officeDocument/2006/relationships/extended-properties" Target="/docProps/app.xml" Id="R298ee225ca034234" /><Relationship Type="http://schemas.openxmlformats.org/officeDocument/2006/relationships/officeDocument" Target="/ppt/presentation.xml" Id="Rbc914b24ea1942a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71621bd94ee4810"/>
  </p:sldMasterIdLst>
  <p:notesMasterIdLst>
    <p:notesMasterId xmlns:r="http://schemas.openxmlformats.org/officeDocument/2006/relationships" r:id="R43d9a387aebd4ba6"/>
  </p:notesMasterIdLst>
  <p:sldIdLst>
    <p:sldId xmlns:r="http://schemas.openxmlformats.org/officeDocument/2006/relationships" id="256" r:id="Red9f5cc33adc44e7"/>
    <p:sldId xmlns:r="http://schemas.openxmlformats.org/officeDocument/2006/relationships" id="257" r:id="Rf4042d279678476a"/>
    <p:sldId xmlns:r="http://schemas.openxmlformats.org/officeDocument/2006/relationships" id="258" r:id="R1b8a7d0109384a9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17a1bc23f5d41de" /><Relationship Type="http://schemas.openxmlformats.org/officeDocument/2006/relationships/slideMaster" Target="/ppt/slideMasters/slideMaster1.xml" Id="Rd71621bd94ee4810" /><Relationship Type="http://schemas.openxmlformats.org/officeDocument/2006/relationships/notesMaster" Target="/ppt/notesMasters/notesMaster1.xml" Id="R43d9a387aebd4ba6" /><Relationship Type="http://schemas.openxmlformats.org/officeDocument/2006/relationships/presProps" Target="/ppt/presProps.xml" Id="R1877536bba0745c0" /><Relationship Type="http://schemas.openxmlformats.org/officeDocument/2006/relationships/tableStyles" Target="/ppt/tableStyles.xml" Id="R032b235378684b5a" /><Relationship Type="http://schemas.openxmlformats.org/officeDocument/2006/relationships/slide" Target="/ppt/slides/slide1.xml" Id="Red9f5cc33adc44e7" /><Relationship Type="http://schemas.openxmlformats.org/officeDocument/2006/relationships/slide" Target="/ppt/slides/slide2.xml" Id="Rf4042d279678476a" /><Relationship Type="http://schemas.openxmlformats.org/officeDocument/2006/relationships/slide" Target="/ppt/slides/slide3.xml" Id="R1b8a7d0109384a9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8aaba58dd87408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f72586385f34b36" /><Relationship Type="http://schemas.openxmlformats.org/officeDocument/2006/relationships/notesMaster" Target="/ppt/notesMasters/notesMaster1.xml" Id="R25c0d3ff06174b8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fdff937fc2541e0" /><Relationship Type="http://schemas.openxmlformats.org/officeDocument/2006/relationships/notesMaster" Target="/ppt/notesMasters/notesMaster1.xml" Id="R2298cf1f518c486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16c02a541804a86" /><Relationship Type="http://schemas.openxmlformats.org/officeDocument/2006/relationships/notesMaster" Target="/ppt/notesMasters/notesMaster1.xml" Id="Re8bb89f3e85f4d3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360184cb8f469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e1cb1f8d46546dd" /><Relationship Type="http://schemas.openxmlformats.org/officeDocument/2006/relationships/slideLayout" Target="/ppt/slideLayouts/slideLayout1.xml" Id="R3e91e0d0cc8c405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e91e0d0cc8c405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3a528350ac462a" /><Relationship Type="http://schemas.openxmlformats.org/officeDocument/2006/relationships/chart" Target="/ppt/slides/charts/chart1.xml" Id="R3cbaa510f7454b68" /><Relationship Type="http://schemas.openxmlformats.org/officeDocument/2006/relationships/notesSlide" Target="/ppt/notesSlides/notesSlide1.xml" Id="R016a9a7505e1485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12f3fef05c4ebf" /><Relationship Type="http://schemas.openxmlformats.org/officeDocument/2006/relationships/notesSlide" Target="/ppt/notesSlides/notesSlide2.xml" Id="Rc39588875d6c422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00669a31164274" /><Relationship Type="http://schemas.openxmlformats.org/officeDocument/2006/relationships/notesSlide" Target="/ppt/notesSlides/notesSlide3.xml" Id="Ref415babe995407e" /></Relationships>
</file>

<file path=ppt/slides/charts/chart1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Fixture values</a:t>
            </a:r>
          </a:p>
        </c:rich>
      </c:tx>
      <c:overlay val="0"/>
    </c:title>
    <c:plotArea>
      <c:barChart>
        <c:barDir val="col"/>
        <c:varyColors val="0"/>
        <c:ser>
          <c:idx val="0"/>
          <c:order val="0"/>
          <c:tx>
            <c:v>Values</c:v>
          </c:tx>
          <c:spPr>
            <a:solidFill xmlns:a="http://schemas.openxmlformats.org/drawingml/2006/main">
              <a:schemeClr val="accent1"/>
            </a:solidFill>
          </c:spPr>
          <c:cat>
            <c:strLit>
              <c:ptCount val="2"/>
              <c:pt idx="0">
                <c:v>One</c:v>
              </c:pt>
              <c:pt idx="1">
                <c:v>Two</c:v>
              </c:pt>
            </c:strLit>
          </c:cat>
          <c:val>
            <c:numLit>
              <c:formatCode>General</c:formatCode>
              <c:ptCount val="2"/>
              <c:pt idx="0">
                <c:v>2</c:v>
              </c:pt>
              <c:pt idx="1">
                <c:v>4</c:v>
              </c:pt>
            </c:numLit>
          </c:val>
        </c:ser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 placeholder">
            <a:extLst xmlns:a="http://schemas.openxmlformats.org/drawingml/2006/main">
              <a:ext uri="{FF2B5EF4-FFF2-40B4-BE49-F238E27FC236}">
                <a16:creationId xmlns:a16="http://schemas.microsoft.com/office/drawing/2014/main" id="{71BB5F3F-A590-45E5-BA55-75E1CC5A9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9906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2061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20618"/>
                </a:solidFill>
                <a:latin typeface="Aptos Display"/>
                <a:ea typeface="Aptos Display"/>
                <a:cs typeface="Aptos Display"/>
              </a:rPr>
              <a:t>OpenSuite PPTX interoperability</a:t>
            </a:r>
          </a:p>
        </p:txBody>
      </p:sp>
      <p:sp>
        <p:nvSpPr>
          <p:cNvPr id="2" name="Body placeholder">
            <a:extLst xmlns:a="http://schemas.openxmlformats.org/drawingml/2006/main">
              <a:ext uri="{FF2B5EF4-FFF2-40B4-BE49-F238E27FC236}">
                <a16:creationId xmlns:a16="http://schemas.microsoft.com/office/drawing/2014/main" id="{3DAA466F-158B-46E0-9DE6-1337E31DC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24000"/>
            <a:ext cx="5715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D293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D293D"/>
                </a:solidFill>
                <a:latin typeface="Aptos"/>
                <a:ea typeface="Aptos"/>
                <a:cs typeface="Aptos"/>
              </a:rPr>
              <a:t>Baseline </a:t>
            </a:r>
            <a:r>
              <a:rPr sz="1650" i="1">
                <a:solidFill>
                  <a:srgbClr val="1D293D"/>
                </a:solidFill>
                <a:latin typeface="Aptos"/>
                <a:ea typeface="Aptos"/>
                <a:cs typeface="Aptos"/>
              </a:rPr>
              <a:t>&amp; source</a:t>
            </a:r>
          </a:p>
          <a:p xmlns:a="http://schemas.openxmlformats.org/drawingml/2006/main">
            <a:pPr>
              <a:defRPr sz="1650">
                <a:solidFill>
                  <a:srgbClr val="1D293D"/>
                </a:solidFill>
                <a:latin typeface="Aptos"/>
                <a:ea typeface="Aptos"/>
                <a:cs typeface="Aptos"/>
              </a:defRPr>
            </a:pPr>
            <a:r>
              <a:rPr sz="1650">
                <a:solidFill>
                  <a:srgbClr val="1D293D"/>
                </a:solidFill>
                <a:latin typeface="Aptos"/>
                <a:ea typeface="Aptos"/>
                <a:cs typeface="Aptos"/>
              </a:rPr>
              <a:t>Second paragraph remains unchanged.</a:t>
            </a:r>
          </a:p>
        </p:txBody>
      </p:sp>
      <p:graphicFrame>
        <p:nvGraphicFramePr>
          <p:cNvPr id="6" name="Chart"/>
          <p:cNvGraphicFramePr/>
          <p:nvPr/>
        </p:nvGraphicFramePr>
        <p:xfrm>
          <a:off xmlns:a="http://schemas.openxmlformats.org/drawingml/2006/main" x="6953250" y="1524000"/>
          <a:ext xmlns:a="http://schemas.openxmlformats.org/drawingml/2006/main" cx="4000500" cy="2476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cbaa510f7454b68"/>
          </a:graphicData>
        </a:graphic>
      </p:graphicFrame>
    </p:spTree>
    <p:extLst>
      <p:ext uri="{BB962C8B-B14F-4D97-AF65-F5344CB8AC3E}">
        <p14:creationId xmlns:p14="http://schemas.microsoft.com/office/powerpoint/2010/main" val="9785232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lide two title">
            <a:extLst xmlns:a="http://schemas.openxmlformats.org/drawingml/2006/main">
              <a:ext uri="{FF2B5EF4-FFF2-40B4-BE49-F238E27FC236}">
                <a16:creationId xmlns:a16="http://schemas.microsoft.com/office/drawing/2014/main" id="{A6946DC4-352F-48FA-AEEE-302C74051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2061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20618"/>
                </a:solidFill>
                <a:latin typeface="Aptos Display"/>
                <a:ea typeface="Aptos Display"/>
                <a:cs typeface="Aptos Display"/>
              </a:rPr>
              <a:t>Second slide</a:t>
            </a:r>
          </a:p>
        </p:txBody>
      </p:sp>
      <p:sp>
        <p:nvSpPr>
          <p:cNvPr id="2" name="Slide two text">
            <a:extLst xmlns:a="http://schemas.openxmlformats.org/drawingml/2006/main">
              <a:ext uri="{FF2B5EF4-FFF2-40B4-BE49-F238E27FC236}">
                <a16:creationId xmlns:a16="http://schemas.microsoft.com/office/drawing/2014/main" id="{82DC6A65-1FD3-4FD4-8BF9-72CF48258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1925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F172B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0F172B"/>
                </a:solidFill>
                <a:latin typeface="Aptos"/>
                <a:ea typeface="Aptos"/>
                <a:cs typeface="Aptos"/>
              </a:rPr>
              <a:t>Unrelated text stays on slide two.</a:t>
            </a:r>
          </a:p>
        </p:txBody>
      </p:sp>
    </p:spTree>
    <p:extLst>
      <p:ext uri="{BB962C8B-B14F-4D97-AF65-F5344CB8AC3E}">
        <p14:creationId xmlns:p14="http://schemas.microsoft.com/office/powerpoint/2010/main" val="9490052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lide three title">
            <a:extLst xmlns:a="http://schemas.openxmlformats.org/drawingml/2006/main">
              <a:ext uri="{FF2B5EF4-FFF2-40B4-BE49-F238E27FC236}">
                <a16:creationId xmlns:a16="http://schemas.microsoft.com/office/drawing/2014/main" id="{BAFE47F9-60AE-4EC0-95C3-909FB225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20618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20618"/>
                </a:solidFill>
                <a:latin typeface="Aptos Display"/>
                <a:ea typeface="Aptos Display"/>
                <a:cs typeface="Aptos Display"/>
              </a:rPr>
              <a:t>Third slide</a:t>
            </a:r>
          </a:p>
        </p:txBody>
      </p:sp>
      <p:sp>
        <p:nvSpPr>
          <p:cNvPr id="2" name="Slide three text">
            <a:extLst xmlns:a="http://schemas.openxmlformats.org/drawingml/2006/main">
              <a:ext uri="{FF2B5EF4-FFF2-40B4-BE49-F238E27FC236}">
                <a16:creationId xmlns:a16="http://schemas.microsoft.com/office/drawing/2014/main" id="{E9E3234A-83DF-406E-A65D-2F68AB3B8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19250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F172B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0F172B"/>
                </a:solidFill>
                <a:latin typeface="Aptos"/>
                <a:ea typeface="Aptos"/>
                <a:cs typeface="Aptos"/>
              </a:rPr>
              <a:t>Inspection order follows presentation order.</a:t>
            </a:r>
          </a:p>
        </p:txBody>
      </p:sp>
    </p:spTree>
    <p:extLst>
      <p:ext uri="{BB962C8B-B14F-4D97-AF65-F5344CB8AC3E}">
        <p14:creationId xmlns:p14="http://schemas.microsoft.com/office/powerpoint/2010/main" val="20890111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2026-09-16T17:24:55.8890000Z</dcterms:created>
  <dcterms:modified xsi:type="dcterms:W3CDTF">2026-09-16T17:24:55.8890000Z</dcterms:modified>
</coreProperties>
</file>